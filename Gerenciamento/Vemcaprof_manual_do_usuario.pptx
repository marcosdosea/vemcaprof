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jeLOYTEhjMJsi84CVWJRJonIdY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5cbf9a9bb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f5cbf9a9bb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5cbf9a9bb_2_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g3f5cbf9a9bb_2_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g3f5cbf9a9bb_2_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5cbf9a9bb_2_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g3f5cbf9a9bb_2_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g3f5cbf9a9bb_2_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g3f5cbf9a9bb_2_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g3f5cbf9a9bb_2_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5cbf9a9bb_2_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g3f5cbf9a9bb_2_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g3f5cbf9a9bb_2_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g3f5cbf9a9bb_2_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g3f5cbf9a9bb_2_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5cbf9a9bb_2_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g3f5cbf9a9bb_2_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g3f5cbf9a9bb_2_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g3f5cbf9a9bb_2_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3f5cbf9a9bb_2_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5cbf9a9bb_2_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g3f5cbf9a9bb_2_2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1" name="Google Shape;111;g3f5cbf9a9bb_2_2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2" name="Google Shape;112;g3f5cbf9a9bb_2_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g3f5cbf9a9bb_2_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3f5cbf9a9bb_2_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5cbf9a9bb_2_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g3f5cbf9a9bb_2_3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g3f5cbf9a9bb_2_3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9" name="Google Shape;119;g3f5cbf9a9bb_2_3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g3f5cbf9a9bb_2_3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1" name="Google Shape;121;g3f5cbf9a9bb_2_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g3f5cbf9a9bb_2_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g3f5cbf9a9bb_2_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5cbf9a9bb_2_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g3f5cbf9a9bb_2_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g3f5cbf9a9bb_2_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3f5cbf9a9bb_2_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5cbf9a9bb_2_4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g3f5cbf9a9bb_2_4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g3f5cbf9a9bb_2_4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3" name="Google Shape;133;g3f5cbf9a9bb_2_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g3f5cbf9a9bb_2_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g3f5cbf9a9bb_2_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5cbf9a9bb_2_5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g3f5cbf9a9bb_2_5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g3f5cbf9a9bb_2_5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0" name="Google Shape;140;g3f5cbf9a9bb_2_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g3f5cbf9a9bb_2_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g3f5cbf9a9bb_2_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5cbf9a9bb_2_6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g3f5cbf9a9bb_2_6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g3f5cbf9a9bb_2_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g3f5cbf9a9bb_2_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g3f5cbf9a9bb_2_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5cbf9a9bb_2_6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g3f5cbf9a9bb_2_6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g3f5cbf9a9bb_2_6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g3f5cbf9a9bb_2_6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g3f5cbf9a9bb_2_6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5cbf9a9bb_2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g3f5cbf9a9bb_2_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g3f5cbf9a9bb_2_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g3f5cbf9a9bb_2_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g3f5cbf9a9bb_2_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1.jpg"/><Relationship Id="rId5" Type="http://schemas.openxmlformats.org/officeDocument/2006/relationships/image" Target="../media/image12.jpg"/><Relationship Id="rId6" Type="http://schemas.openxmlformats.org/officeDocument/2006/relationships/image" Target="../media/image10.jpg"/><Relationship Id="rId7" Type="http://schemas.openxmlformats.org/officeDocument/2006/relationships/image" Target="../media/image6.jpg"/><Relationship Id="rId8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5cbf9a9bb_2_7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5" name="Google Shape;165;g3f5cbf9a9bb_2_75"/>
          <p:cNvSpPr/>
          <p:nvPr/>
        </p:nvSpPr>
        <p:spPr>
          <a:xfrm>
            <a:off x="15264483" y="2417012"/>
            <a:ext cx="1649601" cy="1649601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f5cbf9a9bb_2_75"/>
          <p:cNvSpPr/>
          <p:nvPr/>
        </p:nvSpPr>
        <p:spPr>
          <a:xfrm>
            <a:off x="9699640" y="2526837"/>
            <a:ext cx="1521472" cy="1521472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f5cbf9a9bb_2_75"/>
          <p:cNvSpPr/>
          <p:nvPr/>
        </p:nvSpPr>
        <p:spPr>
          <a:xfrm>
            <a:off x="11440186" y="2538277"/>
            <a:ext cx="1654177" cy="1654177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f5cbf9a9bb_2_75"/>
          <p:cNvSpPr/>
          <p:nvPr/>
        </p:nvSpPr>
        <p:spPr>
          <a:xfrm>
            <a:off x="7912758" y="2581750"/>
            <a:ext cx="1567232" cy="1567232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f5cbf9a9bb_2_75"/>
          <p:cNvSpPr/>
          <p:nvPr/>
        </p:nvSpPr>
        <p:spPr>
          <a:xfrm>
            <a:off x="13363775" y="2549718"/>
            <a:ext cx="1631297" cy="1631297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"/>
          <p:cNvSpPr/>
          <p:nvPr/>
        </p:nvSpPr>
        <p:spPr>
          <a:xfrm>
            <a:off x="0" y="0"/>
            <a:ext cx="1879092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